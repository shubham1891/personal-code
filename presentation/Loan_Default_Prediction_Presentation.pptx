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f17b95-2e9d-e1cf-d5c3-31552d2972ad}">
          <p14:sldIdLst>
            <p14:sldId id="256"/>
            <p14:sldId id="257"/>
          </p14:sldIdLst>
        </p14:section>
        <p14:section name="Problem and approach" id="{b53050ee-32a1-3593-ba50-ff4c29b8db7a}">
          <p14:sldIdLst>
            <p14:sldId id="258"/>
            <p14:sldId id="259"/>
          </p14:sldIdLst>
        </p14:section>
        <p14:section name="Key insights" id="{cbe73b71-560d-06fb-1c97-4c4c6a2a2760}">
          <p14:sldIdLst>
            <p14:sldId id="260"/>
            <p14:sldId id="261"/>
            <p14:sldId id="262"/>
          </p14:sldIdLst>
        </p14:section>
        <p14:section name="Modelling" id="{4b3a6934-de0e-8701-8407-be9685350889}">
          <p14:sldIdLst>
            <p14:sldId id="263"/>
            <p14:sldId id="264"/>
            <p14:sldId id="265"/>
            <p14:sldId id="266"/>
          </p14:sldIdLst>
        </p14:section>
        <p14:section name="Recommendations" id="{40b678c2-f08f-08bd-1f44-3deee930ed7e}">
          <p14:sldIdLst>
            <p14:sldId id="267"/>
            <p14:sldId id="268"/>
            <p14:sldId id="269"/>
            <p14:sldId id="270"/>
          </p14:sldIdLst>
        </p14:section>
        <p14:section name="Appendix" id="{fdd49870-b53a-963b-aafc-92d4b52e7c5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made no measurable difference once we tune the threshold. We chose the plain forest at a 0.15 threshold. On the test set it catches 93 percent of defaulters, and two thirds of the flagged applicants really defaulted. At their own best thresholds the logistic regression and the tree cost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flagging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The mean out-of-fold ROC-AUC of the proposed model is 0.961, against 0.963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$1.8M.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10%.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most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all 27 (10 attributes, 11 missing-value flags, occupation and loan purpose). Fallback without occupation: 21 inputs, about 10%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3:1 to 6:1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out-of-fold decisions and gives the plain-language summary. Per-applicant risk drivers (built in months 0-2)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87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flagged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flagged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3:1 to 6:1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the model on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Monitor monthly: recall, precision, approval rate, missing fields</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the model on applicants with a recorded ratio (83% caught at 80%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(built in months 0-2),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made no measurable difference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notebook's final-pipeline cell names every input to the final model,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2026-10-26T04:03:55Z</dcterms:created>
  <dcterms:modified xsi:type="dcterms:W3CDTF">2026-10-26T04:03:55Z</dcterms:modified>
</cp:coreProperties>
</file>